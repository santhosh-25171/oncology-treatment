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a mission, not a lecture. Read the text message out loud like it's coming through static. Do not name 'NLP' by name yet — let the story carry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 out loud and pause. Let the room sit in the uncertainty for a few seconds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real show-of-hands vote for A / B / C. Do not reveal which is correct — the reveal comes naturally two slides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say 'no human can do this' in their own words before you reveal the navy statement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example rows left to right before asking the closing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quick vote (Routine / Moderate / Severe) before revealing the red SEVERE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NER framing to one line — it is context, not the lesson. The point of this slide is that classification is 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duplicate row, the typo-laden slang, and the blank entry — let students name the problems before you label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slide 16's messy text examples — this role fixes exactly what students just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argue both sides — 'sarcasm' vs 'real emergency' — before naming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'training' finally gets a face — the NLP Engineer,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analogy: memorizing exam answers vs actually understanding the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mock is the payoff moment — this is what all five roles were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full chain slowly, left to right, top row then bottom row — this is the 'aha' recap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vote, then transition straight into the live code / dashboard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 before opening the notebook / dashboard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to say, in one sentence, which role they'd want to be on a real NLP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60704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ln w="19050">
            <a:solidFill>
              <a:srgbClr val="FFB6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743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</a:t>
            </a:r>
            <a:pPr indent="0" marL="0">
              <a:buNone/>
            </a:pPr>
            <a:r>
              <a:rPr lang="en-US" sz="4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Disaster Response Coordination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— from an urgent text message to a working AI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17263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8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46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02536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unstructured text hides the danger signal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17263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96312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8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459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NLP?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71576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machine to read human panic in raw sentences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17263B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209544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8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172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Techniques of NLP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4290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NER, embeddings — and what powers each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31336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17263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922776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8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886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5 NLP Roles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142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→ EDA → NLP → Evaluation → Integration Engineer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544568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17263B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463600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8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599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Trusting the Pipeline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485546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classifier + NER pipeline, then testing if it can be trusted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10515600" cy="585216"/>
          </a:xfrm>
          <a:prstGeom prst="roundRect">
            <a:avLst>
              <a:gd name="adj" fmla="val 12500"/>
            </a:avLst>
          </a:prstGeom>
          <a:solidFill>
            <a:srgbClr val="17263B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" y="534924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8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8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417320" y="53126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&amp; Recap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417320" y="5568696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trained pipeline decode a message — then recap the full journey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6984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98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“HELP. WATER RISING. CAN'T SEE STREET SIGN.”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message. Garbled. Urgent. Buried in a stream of hundreds of routine messages.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through a Real Disaster Response Case Study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7498080" cy="914400"/>
          </a:xfrm>
          <a:prstGeom prst="roundRect">
            <a:avLst>
              <a:gd name="adj" fmla="val 8000"/>
            </a:avLst>
          </a:prstGeom>
          <a:solidFill>
            <a:srgbClr val="0F3D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749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 are not just students.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AI Disaster Response Team.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Emergency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Garbled Texts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13432"/>
            <a:ext cx="457200" cy="45720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40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Panicked Calls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090672"/>
            <a:ext cx="457200" cy="45720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017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Posts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867912"/>
            <a:ext cx="457200" cy="45720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Per Hour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146304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0815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1737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 only words 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numbers, no images.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message means “send help now”?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Message Would You Prioritize?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3055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“Checking on my neighbor, everything's fine here.”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Caps-Lock Words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15184" y="34747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Keywords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15184" y="3840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0624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Punctuation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4206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4173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5196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51960" y="20574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34840" y="213055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water rising cant see street sign send help!!”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347472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Caps-Lock Words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34747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3840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Keywords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27064" y="3840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420624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Punctuation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27064" y="4206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14173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4A3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6384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63840" y="20574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0" y="213055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“Heard sirens near Elm St, is it flooding?”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347472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Caps-Lock Words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838944" y="34747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84048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Keywords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838944" y="384048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206240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Punctuation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38944" y="4206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human read thousands of text messages,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tweets, and dispatch logs, 24/7?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3E9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messages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965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3E9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4612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channels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1965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0" y="196596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3E9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stream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1965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41080" y="196596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3E9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instant triage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0815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01752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system that can read language itself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predict what matters. This is where Natural Language Processing enters the story.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NLP?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F28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11430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F28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143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1430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F28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1143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1430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1143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148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means learning patterns from past messages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predictions about new ones.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checking in, all good here”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88036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02152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502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“heard sirens, not sure what's happening”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3502152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F4A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0" y="35021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23944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123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water rising cant see street sign”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4123944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0" y="41239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RISK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55464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0815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85546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new message uses words similar to the Severe examples, what should the model predict?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PREDICTION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Message Incoming...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2377440"/>
          </a:xfrm>
          <a:prstGeom prst="roundRect">
            <a:avLst>
              <a:gd name="adj" fmla="val 3077"/>
            </a:avLst>
          </a:prstGeom>
          <a:solidFill>
            <a:srgbClr val="1726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“water rising fast omg someone</a:t>
            </a:r>
            <a:endParaRPr lang="en-US" sz="2000" dirty="0"/>
          </a:p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on oak stret plz”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= ???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0" y="13716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0F28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0" y="13716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past examples,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26060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260604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SEVERE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F3D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977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performed the basic idea of NLP classification: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past examples → Predict a new message's urgency.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NLP Tasks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jobs a model can do — before we pick the ones for our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text into categories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924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vs routine 911 call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OUR PROJECT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51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our approach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60020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4A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5196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21945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0560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named details from text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3924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“Oak Street” from a text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OUR PROJECT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151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our approach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160020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5B6B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55280" y="21945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83880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633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long text into key points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3924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Condensing a long dispatch log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3895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OUR PROJECT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4151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(used later, Stage 04)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2519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4251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NLP project uses Classification + NER together — because responders need both urgency and detail.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vs NER — Same Message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a category label, or specific details pulled from the text?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574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fine here, just checking in”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3E9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5877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“heard sirens near Elm St”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587752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3E9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25877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1181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water rising oak street”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118104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3E9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89120" y="31181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941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ONE CATEGORY TO THE WHOLE MESSAGE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A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NAMED-ENTITY RECOGNITION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20574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water rising oak street”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509760" y="20574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E3E9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0976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→ Oak Street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587752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2587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an ambulance, 2 people hurt”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09760" y="2587752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E3E9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09760" y="2587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→ Ambulance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118104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55080" y="3118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 of us stuck on the roof”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09760" y="3118104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E3E9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509760" y="31181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→ 3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6941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SPECIFIC DETAILS FROM INSIDE THE MESSAGE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815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= ASSIGN A CATEGORY   |   NER = EXTRACT SPECIFIC DETAILS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We Already Know the Right Answers?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943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good, just raining a bit”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“heard sirens, not sure why”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water rising oak street”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1371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already know the correct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labels in our historical data?  YES.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246888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0815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5160" y="2651760"/>
            <a:ext cx="457200" cy="457200"/>
          </a:xfrm>
          <a:prstGeom prst="ellipse">
            <a:avLst/>
          </a:prstGeom>
          <a:solidFill>
            <a:srgbClr val="1726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5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TEXT CLASSIFICATION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0632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have past messages and their correct urgency labels. The model learns the relationship between words and label. NER instead tags spans of text (no fixed category per message) — but both are trained the same way, from labeled examples.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F3D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NLP project uses supervised text classification, paired with NER span-tagging.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Pipeline — Core Techniques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moves through these steps before a model can use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36192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144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90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64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text into words or sub-word pieces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536192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144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490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17647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words into meaning-carrying vectors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25856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77440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144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331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low-value filler words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25856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2377440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144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3317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for Text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 in sequence, remembers context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09981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218688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144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172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/ Lemmatization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words to their root form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09981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3218688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144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172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(BERT)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whole sentence at once, both ways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94106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059936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580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44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4014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/ TF-IDF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4288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word importance across documents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394106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4059936"/>
            <a:ext cx="475488" cy="475488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0936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144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4014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Named-Entity Recognition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4288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spans of text as Location / Person / Resource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Classification — How It Decides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raw message into an urgency score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178308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30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688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the Message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97180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words into numbers the model can compare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5603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34056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8436" y="178308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8843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2734056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43784" y="24688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Known Patterns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43784" y="297180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thousands of labeled past messages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5603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19472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673852" y="178308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7385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4919472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4688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Category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297180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probability to Urgent / Moderate / Routine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25603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04888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859268" y="178308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5926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320" dirty="0"/>
          </a:p>
        </p:txBody>
      </p:sp>
      <p:sp>
        <p:nvSpPr>
          <p:cNvPr id="28" name="Text 26"/>
          <p:cNvSpPr txBox="1"/>
          <p:nvPr/>
        </p:nvSpPr>
        <p:spPr>
          <a:xfrm>
            <a:off x="7104888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14616" y="24688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Highest Score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14616" y="297180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with the highest confidence wins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162288" y="25603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290304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DEDEC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44684" y="17830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4468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20" dirty="0"/>
          </a:p>
        </p:txBody>
      </p:sp>
      <p:sp>
        <p:nvSpPr>
          <p:cNvPr id="35" name="Text 33"/>
          <p:cNvSpPr txBox="1"/>
          <p:nvPr/>
        </p:nvSpPr>
        <p:spPr>
          <a:xfrm>
            <a:off x="9290304" y="1600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400032" y="24688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Low-Confidence Cases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400032" y="297180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uncertain messages to a human reviewer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 — Core Building Blocks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finds and labels details hidden inside a sentence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182880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30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14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Span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017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stretch of text that names something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488436" y="182880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8843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2843784" y="2514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Tag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3017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Person / Resource / Headcount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9472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673852" y="182880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7385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514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017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around the entity that hint at its meaning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04888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859268" y="182880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592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7214616" y="2514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Tagging (BIO)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14616" y="3017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Begin / Inside / Outside for each entity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90304" y="155448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44684" y="1828800"/>
            <a:ext cx="548640" cy="548640"/>
          </a:xfrm>
          <a:prstGeom prst="ellipse">
            <a:avLst/>
          </a:prstGeom>
          <a:solidFill>
            <a:srgbClr val="E3E9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4468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320" dirty="0"/>
          </a:p>
        </p:txBody>
      </p:sp>
      <p:sp>
        <p:nvSpPr>
          <p:cNvPr id="27" name="Text 25"/>
          <p:cNvSpPr txBox="1"/>
          <p:nvPr/>
        </p:nvSpPr>
        <p:spPr>
          <a:xfrm>
            <a:off x="9400032" y="2514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00032" y="301752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sure the model is about each extracted entity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Technique Are We Using Right Now?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project, right now: A TEXT CLASSIFIER + NER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0F28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water rising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street”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4688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79192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0F28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70632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2423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into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words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4688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9744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0F284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01184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901184" y="2423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vectors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75704" y="24688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0296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0F28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31736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EXTRACT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2423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score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tags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906256" y="24688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70848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FB6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62288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242316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Street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815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840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our mini demo decides — reading words in sequence, not scanning pixels or numbers.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Train a Model on Messy Text?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help oak street water”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(duplicate)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help oak street water”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130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Duplicate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609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“wtr risin cnt c strt sgn hlp”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6609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(typos/slang)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91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” — no text, blank entry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1912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Missing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815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141732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directly train an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 using messy text?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0" y="28346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23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NLP system needs someone to clean and annotate the text first.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ROLE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87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DED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Raw text is messy and comes from many channels — dispatch logs, SOPs, social posts.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0" y="2286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raw text 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852928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26080" y="28529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&amp; noise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3419856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26080" y="341985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urgency labels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986784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26080" y="398678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4599432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FFB6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926080" y="45994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CLEAN, ANNOTATED TEXT DATASET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30952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0F3D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3309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Engineer prepares clean, labeled text for the next stage.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Vocabulary Make Sense?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“everything is totally fine, no problem at all!!! HELP”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look normal? Or could this be sarcasm, a false alarm, or a mislabeled record?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0" y="1280160"/>
            <a:ext cx="640080" cy="64008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ENGINEER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65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Engineer explores vocabulary, finds patterns, and checks suspicious or ambiguous phrasing.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F28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F28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46120" y="2926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Vocabulary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F28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2926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Ambiguity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4108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41080" y="29260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Signal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E3E9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794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argue both sides — “sarcasm” vs “real emergency” — before naming the role.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ROLE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our data is clean and verified. What should we do next?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685800" cy="68580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ENGINEER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420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Signals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06240" y="19202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0815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06240" y="1920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(Classifier + NER)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3317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Low/Mod/Severe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542032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F4A3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38160" y="2542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Location, Resource, Headcount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F3D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NLP Engineer trains the pipeline using past data so it can read a new message.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IT?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100% correct on training logs. Should we trust it immediately?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already seen 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0" y="118872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4A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0" y="1188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TEST LOGS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has never seen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148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66160" y="2240280"/>
            <a:ext cx="548640" cy="54864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ENGINEER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743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pipeline on unseen logs to check whether it really learned the pattern — or only memorized the training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urgent messages were caught correctly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4290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very confident but wrong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dispatcher read raw model output during an emergency?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017520" y="1280160"/>
            <a:ext cx="594360" cy="594360"/>
          </a:xfrm>
          <a:prstGeom prst="ellipse">
            <a:avLst/>
          </a:prstGeom>
          <a:solidFill>
            <a:srgbClr val="0815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ENGINEER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0F28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1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Pipeline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21488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0815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8076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Urgency: SEVERE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92%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 Oak Street · 1 person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 nearest ambulance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shelter intake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B6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69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Engineer wires the trained pipeline into a live dispatcher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JOURNEY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Emergency Message to AI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726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726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280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726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0" y="12801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148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hides in the text?  →  Learn from past messages  →  But is the raw text clean?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726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51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ENGINEER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726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2651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726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2651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ENGINEER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26517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78240" y="2651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ENGINEER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520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vocabulary make sense?  →  Can we trust the pipeline?  →  Can dispatchers use it?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023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LIVE DISPATCHER INTAKE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NLP Model.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6035040" cy="1920240"/>
          </a:xfrm>
          <a:prstGeom prst="roundRect">
            <a:avLst>
              <a:gd name="adj" fmla="val 3810"/>
            </a:avLst>
          </a:prstGeom>
          <a:solidFill>
            <a:srgbClr val="1726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predicted urgency?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“water rising fast omg someone</a:t>
            </a:r>
            <a:endParaRPr lang="en-US" sz="1900" dirty="0"/>
          </a:p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on oak stret plz”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0F28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0" y="1508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Street · 1 person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extracted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if our trained pipeline agrees with you.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ROUTINE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A3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MODERATE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35204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3520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SEVERE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15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Did Manually → What Python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spotted distress words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715000" y="1371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0F28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3716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tokenizes &amp; vectorizes 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4825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judged urgency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2048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204825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0F28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04825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scores urgency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7249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found the location &amp; headcount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7249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272491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0F28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7249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extracts entities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01568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40156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checked the answer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4015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340156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0F28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4015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tests precision/recall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0782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gave an action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407822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407822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0F284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40782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sends result to dashboard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64608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8646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you understood the process manually.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081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the computer automates the same process.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0515600" cy="5577840"/>
          </a:xfrm>
          <a:prstGeom prst="roundRect">
            <a:avLst>
              <a:gd name="adj" fmla="val 1311"/>
            </a:avLst>
          </a:prstGeom>
          <a:solidFill>
            <a:srgbClr val="1726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88720" y="8686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“Today, You Didn't Just Learn NLP.”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80160" y="1645920"/>
            <a:ext cx="320040" cy="3200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7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184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the emergency dispatcher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2103120"/>
            <a:ext cx="320040" cy="3200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7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0756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judged urgency from raw words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2560320"/>
            <a:ext cx="320040" cy="3200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7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5328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from past labeled messages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3017520"/>
            <a:ext cx="320040" cy="3200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7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9900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how classification differs from NER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3474720"/>
            <a:ext cx="320040" cy="3200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7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4472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 why text must be cleaned &amp; annotated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80160" y="3931920"/>
            <a:ext cx="320040" cy="3200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8016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7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9044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tested whether the pipeline can be trusted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80160" y="4389120"/>
            <a:ext cx="320040" cy="3200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8016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7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3616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how NLP becomes a real dispatcher dashboard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88720" y="4983480"/>
            <a:ext cx="9784080" cy="822960"/>
          </a:xfrm>
          <a:prstGeom prst="roundRect">
            <a:avLst>
              <a:gd name="adj" fmla="val 8889"/>
            </a:avLst>
          </a:prstGeom>
          <a:solidFill>
            <a:srgbClr val="0F3D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417320" y="49834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not just calling model.predict() on text.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teaching a machine to understand human panic and turn words into action.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2026-08-27T10:16:00Z</dcterms:created>
  <dcterms:modified xsi:type="dcterms:W3CDTF">2026-08-27T10:16:00Z</dcterms:modified>
</cp:coreProperties>
</file>